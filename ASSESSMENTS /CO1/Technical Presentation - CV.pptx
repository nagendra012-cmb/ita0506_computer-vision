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6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44A15-11F3-4A42-8A00-33D256BFEC89}" v="17" dt="2026-07-14T02:32:34.5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i manojkumar" userId="dc6e17c779261a8e" providerId="LiveId" clId="{B20268CE-3CB4-49E1-B89A-431F07D958B8}"/>
    <pc:docChg chg="undo custSel addSld delSld modSld">
      <pc:chgData name="kandi manojkumar" userId="dc6e17c779261a8e" providerId="LiveId" clId="{B20268CE-3CB4-49E1-B89A-431F07D958B8}" dt="2026-07-14T02:38:56.256" v="103" actId="14100"/>
      <pc:docMkLst>
        <pc:docMk/>
      </pc:docMkLst>
      <pc:sldChg chg="addSp modSp mod">
        <pc:chgData name="kandi manojkumar" userId="dc6e17c779261a8e" providerId="LiveId" clId="{B20268CE-3CB4-49E1-B89A-431F07D958B8}" dt="2026-07-14T02:27:42.352" v="38" actId="1076"/>
        <pc:sldMkLst>
          <pc:docMk/>
          <pc:sldMk cId="0" sldId="256"/>
        </pc:sldMkLst>
        <pc:spChg chg="mod">
          <ac:chgData name="kandi manojkumar" userId="dc6e17c779261a8e" providerId="LiveId" clId="{B20268CE-3CB4-49E1-B89A-431F07D958B8}" dt="2026-07-14T02:27:42.352" v="3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7:38.390" v="37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kandi manojkumar" userId="dc6e17c779261a8e" providerId="LiveId" clId="{B20268CE-3CB4-49E1-B89A-431F07D958B8}" dt="2026-07-14T02:23:56.883" v="13" actId="115"/>
          <ac:spMkLst>
            <pc:docMk/>
            <pc:sldMk cId="0" sldId="256"/>
            <ac:spMk id="10" creationId="{AF6F5C6F-8980-0442-15E6-F643B8EB5701}"/>
          </ac:spMkLst>
        </pc:spChg>
      </pc:sldChg>
      <pc:sldChg chg="modSp mod">
        <pc:chgData name="kandi manojkumar" userId="dc6e17c779261a8e" providerId="LiveId" clId="{B20268CE-3CB4-49E1-B89A-431F07D958B8}" dt="2026-07-14T02:26:18.995" v="26" actId="12"/>
        <pc:sldMkLst>
          <pc:docMk/>
          <pc:sldMk cId="0" sldId="257"/>
        </pc:sldMkLst>
        <pc:spChg chg="mod">
          <ac:chgData name="kandi manojkumar" userId="dc6e17c779261a8e" providerId="LiveId" clId="{B20268CE-3CB4-49E1-B89A-431F07D958B8}" dt="2026-07-14T02:26:18.995" v="26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ndi manojkumar" userId="dc6e17c779261a8e" providerId="LiveId" clId="{B20268CE-3CB4-49E1-B89A-431F07D958B8}" dt="2026-07-14T02:27:27.476" v="36" actId="2710"/>
        <pc:sldMkLst>
          <pc:docMk/>
          <pc:sldMk cId="0" sldId="258"/>
        </pc:sldMkLst>
        <pc:spChg chg="mod">
          <ac:chgData name="kandi manojkumar" userId="dc6e17c779261a8e" providerId="LiveId" clId="{B20268CE-3CB4-49E1-B89A-431F07D958B8}" dt="2026-07-14T02:26:59.889" v="31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7:27.476" v="36" actId="2710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kandi manojkumar" userId="dc6e17c779261a8e" providerId="LiveId" clId="{B20268CE-3CB4-49E1-B89A-431F07D958B8}" dt="2026-07-14T02:38:56.256" v="103" actId="14100"/>
        <pc:sldMkLst>
          <pc:docMk/>
          <pc:sldMk cId="0" sldId="259"/>
        </pc:sldMkLst>
        <pc:spChg chg="mod">
          <ac:chgData name="kandi manojkumar" userId="dc6e17c779261a8e" providerId="LiveId" clId="{B20268CE-3CB4-49E1-B89A-431F07D958B8}" dt="2026-07-14T02:28:12.796" v="42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8:56.247" v="53" actId="255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kandi manojkumar" userId="dc6e17c779261a8e" providerId="LiveId" clId="{B20268CE-3CB4-49E1-B89A-431F07D958B8}" dt="2026-07-14T02:38:56.256" v="103" actId="14100"/>
          <ac:picMkLst>
            <pc:docMk/>
            <pc:sldMk cId="0" sldId="259"/>
            <ac:picMk id="7" creationId="{F0B5C5C5-B418-BE24-1ECB-3CD801EE06C2}"/>
          </ac:picMkLst>
        </pc:picChg>
      </pc:sldChg>
      <pc:sldChg chg="del">
        <pc:chgData name="kandi manojkumar" userId="dc6e17c779261a8e" providerId="LiveId" clId="{B20268CE-3CB4-49E1-B89A-431F07D958B8}" dt="2026-07-14T02:29:19.384" v="54" actId="47"/>
        <pc:sldMkLst>
          <pc:docMk/>
          <pc:sldMk cId="0" sldId="260"/>
        </pc:sldMkLst>
      </pc:sldChg>
      <pc:sldChg chg="del">
        <pc:chgData name="kandi manojkumar" userId="dc6e17c779261a8e" providerId="LiveId" clId="{B20268CE-3CB4-49E1-B89A-431F07D958B8}" dt="2026-07-14T02:29:20.204" v="55" actId="47"/>
        <pc:sldMkLst>
          <pc:docMk/>
          <pc:sldMk cId="0" sldId="263"/>
        </pc:sldMkLst>
      </pc:sldChg>
      <pc:sldChg chg="del">
        <pc:chgData name="kandi manojkumar" userId="dc6e17c779261a8e" providerId="LiveId" clId="{B20268CE-3CB4-49E1-B89A-431F07D958B8}" dt="2026-07-14T02:29:20.877" v="56" actId="47"/>
        <pc:sldMkLst>
          <pc:docMk/>
          <pc:sldMk cId="0" sldId="264"/>
        </pc:sldMkLst>
      </pc:sldChg>
      <pc:sldChg chg="del">
        <pc:chgData name="kandi manojkumar" userId="dc6e17c779261a8e" providerId="LiveId" clId="{B20268CE-3CB4-49E1-B89A-431F07D958B8}" dt="2026-07-14T02:29:21.063" v="57" actId="47"/>
        <pc:sldMkLst>
          <pc:docMk/>
          <pc:sldMk cId="0" sldId="265"/>
        </pc:sldMkLst>
      </pc:sldChg>
      <pc:sldChg chg="modSp add del mod">
        <pc:chgData name="kandi manojkumar" userId="dc6e17c779261a8e" providerId="LiveId" clId="{B20268CE-3CB4-49E1-B89A-431F07D958B8}" dt="2026-07-14T02:30:00.973" v="66" actId="2710"/>
        <pc:sldMkLst>
          <pc:docMk/>
          <pc:sldMk cId="0" sldId="266"/>
        </pc:sldMkLst>
        <pc:spChg chg="mod">
          <ac:chgData name="kandi manojkumar" userId="dc6e17c779261a8e" providerId="LiveId" clId="{B20268CE-3CB4-49E1-B89A-431F07D958B8}" dt="2026-07-14T02:30:00.973" v="66" actId="2710"/>
          <ac:spMkLst>
            <pc:docMk/>
            <pc:sldMk cId="0" sldId="266"/>
            <ac:spMk id="3" creationId="{00000000-0000-0000-0000-000000000000}"/>
          </ac:spMkLst>
        </pc:spChg>
      </pc:sldChg>
      <pc:sldChg chg="addSp modSp add mod">
        <pc:chgData name="kandi manojkumar" userId="dc6e17c779261a8e" providerId="LiveId" clId="{B20268CE-3CB4-49E1-B89A-431F07D958B8}" dt="2026-07-14T02:34:14.020" v="98" actId="14100"/>
        <pc:sldMkLst>
          <pc:docMk/>
          <pc:sldMk cId="4106558557" sldId="267"/>
        </pc:sldMkLst>
        <pc:spChg chg="mod">
          <ac:chgData name="kandi manojkumar" userId="dc6e17c779261a8e" providerId="LiveId" clId="{B20268CE-3CB4-49E1-B89A-431F07D958B8}" dt="2026-07-14T02:32:24.724" v="82" actId="20577"/>
          <ac:spMkLst>
            <pc:docMk/>
            <pc:sldMk cId="4106558557" sldId="267"/>
            <ac:spMk id="2" creationId="{EA28AC20-0EAF-8682-E9C1-F6F3C2EF6F8F}"/>
          </ac:spMkLst>
        </pc:spChg>
        <pc:spChg chg="mod">
          <ac:chgData name="kandi manojkumar" userId="dc6e17c779261a8e" providerId="LiveId" clId="{B20268CE-3CB4-49E1-B89A-431F07D958B8}" dt="2026-07-14T02:34:00.056" v="95" actId="1076"/>
          <ac:spMkLst>
            <pc:docMk/>
            <pc:sldMk cId="4106558557" sldId="267"/>
            <ac:spMk id="3" creationId="{2FC671BD-C5A9-CEAD-1C4A-EC9DF2D18050}"/>
          </ac:spMkLst>
        </pc:spChg>
        <pc:picChg chg="add mod">
          <ac:chgData name="kandi manojkumar" userId="dc6e17c779261a8e" providerId="LiveId" clId="{B20268CE-3CB4-49E1-B89A-431F07D958B8}" dt="2026-07-14T02:34:14.020" v="98" actId="14100"/>
          <ac:picMkLst>
            <pc:docMk/>
            <pc:sldMk cId="4106558557" sldId="267"/>
            <ac:picMk id="6" creationId="{99A35405-8E6D-DACE-F326-F4495031DA87}"/>
          </ac:picMkLst>
        </pc:picChg>
      </pc:sldChg>
      <pc:sldChg chg="add del">
        <pc:chgData name="kandi manojkumar" userId="dc6e17c779261a8e" providerId="LiveId" clId="{B20268CE-3CB4-49E1-B89A-431F07D958B8}" dt="2026-07-14T02:31:44.003" v="69"/>
        <pc:sldMkLst>
          <pc:docMk/>
          <pc:sldMk cId="1445884648" sldId="268"/>
        </pc:sldMkLst>
      </pc:sldChg>
      <pc:sldChg chg="add del">
        <pc:chgData name="kandi manojkumar" userId="dc6e17c779261a8e" providerId="LiveId" clId="{B20268CE-3CB4-49E1-B89A-431F07D958B8}" dt="2026-07-14T02:31:52.632" v="71"/>
        <pc:sldMkLst>
          <pc:docMk/>
          <pc:sldMk cId="357504538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assroom.google.com/c/ODcwMzIwMjE4NDI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2"/>
            <a:ext cx="101346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OVER-QUANTIZATION EFFECTS IN DIGITAL IMAGES</a:t>
            </a:r>
            <a:endParaRPr lang="en-US" sz="4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0588" y="5167065"/>
            <a:ext cx="4495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700" spc="-45" dirty="0">
                <a:latin typeface="Calibri"/>
                <a:cs typeface="Calibri"/>
              </a:rPr>
              <a:t>PRESENTED BY:</a:t>
            </a:r>
          </a:p>
          <a:p>
            <a:pPr marL="12700" marR="5080">
              <a:lnSpc>
                <a:spcPct val="100000"/>
              </a:lnSpc>
            </a:pPr>
            <a:r>
              <a:rPr lang="en-IN" sz="2700" spc="-45" dirty="0">
                <a:latin typeface="Calibri"/>
                <a:cs typeface="Calibri"/>
              </a:rPr>
              <a:t>K. Manoj Kumar(192472395)</a:t>
            </a:r>
            <a:endParaRPr lang="en-IN"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733800" y="5334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3352800" y="1821289"/>
            <a:ext cx="5562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/>
                <a:cs typeface="Times New Roman"/>
              </a:rPr>
              <a:t>Technical </a:t>
            </a:r>
            <a:r>
              <a:rPr lang="en-IN" sz="2800" b="1" spc="-10" dirty="0">
                <a:latin typeface="Times New Roman"/>
                <a:cs typeface="Times New Roman"/>
              </a:rPr>
              <a:t>presentation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F5C6F-8980-0442-15E6-F643B8EB5701}"/>
              </a:ext>
            </a:extLst>
          </p:cNvPr>
          <p:cNvSpPr txBox="1"/>
          <p:nvPr/>
        </p:nvSpPr>
        <p:spPr>
          <a:xfrm>
            <a:off x="4265803" y="2252176"/>
            <a:ext cx="3658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strike="noStrike" spc="0" dirty="0"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ITA0506_SLOT D_COMPUTER VISION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447801"/>
            <a:ext cx="11879325" cy="45435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Quantization?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intensity 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in an image.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reduce storage size and improve compression.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Over-Quantization?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reduction of intensity levels.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noticeable loss of image quality.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Over-Quantization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fine image details.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banding (visible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/intensity steps).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contrast and sharpness.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Distorted edges and textures.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artifacts appear in the image.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461899"/>
            <a:ext cx="388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000" b="1" dirty="0"/>
              <a:t> 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10665460" cy="391209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loss of image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in image analysis and object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quality for medical and satellite imaging.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recover the original image.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when high visual quality is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compression reduces user experience.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 &amp; 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9979660" cy="51290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64-Level Quantized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16-Level Quantized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4-Level Quantized Image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Metrics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PSNR (Peak Signal-to-Noise Ratio):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Higher value indicates better quality.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(Mean Squared Error):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Lower value indicates less error.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 (Structural Similarity Index):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 closer to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indicates higher similarity to the original image.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5C5C5-B418-BE24-1ECB-3CD801EE0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86" y="1356688"/>
            <a:ext cx="6195214" cy="3215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08A-F54B-24DF-02E6-51D0804D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28AC20-0EAF-8682-E9C1-F6F3C2EF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Quantization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C671BD-C5A9-CEAD-1C4A-EC9DF2D18050}"/>
              </a:ext>
            </a:extLst>
          </p:cNvPr>
          <p:cNvSpPr txBox="1"/>
          <p:nvPr/>
        </p:nvSpPr>
        <p:spPr>
          <a:xfrm>
            <a:off x="157735" y="1524708"/>
            <a:ext cx="860806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Reduces image file size for efficient storage and transmission.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Used in X-rays, MRI, and CT scans to process and store images.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Compresses large remote sensing images for faster analysis.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Helps optimize image processing and deep learning models.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Used in digital cameras, video streaming, and image editing software.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D69D200-A1BC-C895-CC18-C0D25299A8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45F94CC-D047-A64D-2A8D-EA36F570A4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 descr="Dynamic Deformation Measurement by the Sampling Moiré Method from Video Recording and its Application to Bridge Engineering | Experimental Techniques | Springer Nature Link">
            <a:extLst>
              <a:ext uri="{FF2B5EF4-FFF2-40B4-BE49-F238E27FC236}">
                <a16:creationId xmlns:a16="http://schemas.microsoft.com/office/drawing/2014/main" id="{99A35405-8E6D-DACE-F326-F4495031D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1" y="1507502"/>
            <a:ext cx="3733800" cy="344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5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0985" y="461899"/>
            <a:ext cx="2509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</a:t>
            </a:r>
            <a:r>
              <a:rPr spc="10" dirty="0"/>
              <a:t>n</a:t>
            </a:r>
            <a:r>
              <a:rPr dirty="0"/>
              <a:t>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11146308" cy="447718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helps reduce storage and transmission costs.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Over-quantization significantly reduces image quality.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demonstrations clearly show detail loss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 between compression and image quality is essential.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adaptive or AI-based quantization techniques.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compression while preserving image quality.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350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Google Sans</vt:lpstr>
      <vt:lpstr>Times New Roman</vt:lpstr>
      <vt:lpstr>Office Theme</vt:lpstr>
      <vt:lpstr>INVESTIGATING OVER-QUANTIZATION EFFECTS IN DIGITAL IMAGES</vt:lpstr>
      <vt:lpstr>Introduction</vt:lpstr>
      <vt:lpstr> LIMITATIONS</vt:lpstr>
      <vt:lpstr>Visual Demonstration &amp; Evaluation</vt:lpstr>
      <vt:lpstr>Applications of Quantization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kandi manojkumar</cp:lastModifiedBy>
  <cp:revision>2</cp:revision>
  <dcterms:created xsi:type="dcterms:W3CDTF">2025-03-19T13:35:36Z</dcterms:created>
  <dcterms:modified xsi:type="dcterms:W3CDTF">2026-07-14T02:39:40Z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